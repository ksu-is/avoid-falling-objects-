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CC080-70FF-45ED-FDDD-7CA90A3F634E}" v="13" dt="2026-05-02T03:23:14.406"/>
    <p1510:client id="{7C62D39D-A230-1DA4-9C3F-A1D73160F167}" v="229" dt="2026-05-02T03:16:27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4028B-7A72-34BC-D1F4-8FE3133D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3810" y="3023754"/>
            <a:ext cx="4900144" cy="2736965"/>
          </a:xfrm>
        </p:spPr>
        <p:txBody>
          <a:bodyPr anchor="t">
            <a:normAutofit/>
          </a:bodyPr>
          <a:lstStyle/>
          <a:p>
            <a:pPr algn="l"/>
            <a:r>
              <a:rPr lang="en-US" sz="5400"/>
              <a:t>Avoid The falling Meteor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3809" y="1016076"/>
            <a:ext cx="490014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/>
              <a:t>Diego Puga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rock in the sky&#10;&#10;AI-generated content may be incorrect.">
            <a:extLst>
              <a:ext uri="{FF2B5EF4-FFF2-40B4-BE49-F238E27FC236}">
                <a16:creationId xmlns:a16="http://schemas.microsoft.com/office/drawing/2014/main" id="{05B92421-E1C1-3BD0-96C5-3256327E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161" y="3723162"/>
            <a:ext cx="4324849" cy="24327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E22BA5-5F4A-537F-58FA-8EB9C7EDF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162" y="605403"/>
            <a:ext cx="4324849" cy="228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D30064-B3F8-472C-4550-3E6C4DEE9CE9}"/>
              </a:ext>
            </a:extLst>
          </p:cNvPr>
          <p:cNvSpPr txBox="1"/>
          <p:nvPr/>
        </p:nvSpPr>
        <p:spPr>
          <a:xfrm>
            <a:off x="-2641" y="4955493"/>
            <a:ext cx="68770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This game is a very calm and easy to learn. You </a:t>
            </a:r>
            <a:r>
              <a:rPr lang="en-US" b="1"/>
              <a:t>must</a:t>
            </a:r>
            <a:r>
              <a:rPr lang="en-US" b="1" dirty="0"/>
              <a:t> avoid the upcoming </a:t>
            </a:r>
            <a:r>
              <a:rPr lang="en-US" b="1"/>
              <a:t>meteor and get the highest score.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Avoid The falling Meteor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2026-05-02T02:42:54Z</dcterms:created>
  <dcterms:modified xsi:type="dcterms:W3CDTF">2026-05-02T03:23:31Z</dcterms:modified>
</cp:coreProperties>
</file>